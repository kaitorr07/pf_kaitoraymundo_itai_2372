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2E33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371600"/>
            <a:ext cx="4572000" cy="45720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Shape 2"/>
          <p:cNvSpPr/>
          <p:nvPr/>
        </p:nvSpPr>
        <p:spPr>
          <a:xfrm>
            <a:off x="10789920" y="4389120"/>
            <a:ext cx="2743200" cy="2743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377440"/>
            <a:ext cx="8686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AGI IN HEALTHCARE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3291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Opportunities, Applications, and Responsible Integration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6035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Kaito Raymundo   |   ITAI 2372   |   Prof. Ganti   |   7/27/26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AGI in Healthcare?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60350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B3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General Intelligence (AGI) is defined by the ability to learn, reason, and apply knowledge across domains — much like human intelligence. Applied to healthcare, AGI could analyze diverse data sources and support decisions at a scale no single clinician can match.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949440" y="1234440"/>
            <a:ext cx="4663440" cy="1051560"/>
          </a:xfrm>
          <a:prstGeom prst="roundRect">
            <a:avLst>
              <a:gd name="adj" fmla="val 8696"/>
            </a:avLst>
          </a:prstGeom>
          <a:solidFill>
            <a:srgbClr val="F4FAF9"/>
          </a:solidFill>
          <a:ln/>
        </p:spPr>
      </p:sp>
      <p:sp>
        <p:nvSpPr>
          <p:cNvPr id="5" name="Shape 3"/>
          <p:cNvSpPr/>
          <p:nvPr/>
        </p:nvSpPr>
        <p:spPr>
          <a:xfrm>
            <a:off x="7178040" y="1490472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178040" y="14904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909560" y="1362456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909560" y="169164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medical domains and data types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949440" y="2468880"/>
            <a:ext cx="4663440" cy="1051560"/>
          </a:xfrm>
          <a:prstGeom prst="roundRect">
            <a:avLst>
              <a:gd name="adj" fmla="val 8696"/>
            </a:avLst>
          </a:prstGeom>
          <a:solidFill>
            <a:srgbClr val="F4FAF9"/>
          </a:solidFill>
          <a:ln/>
        </p:spPr>
      </p:sp>
      <p:sp>
        <p:nvSpPr>
          <p:cNvPr id="10" name="Shape 8"/>
          <p:cNvSpPr/>
          <p:nvPr/>
        </p:nvSpPr>
        <p:spPr>
          <a:xfrm>
            <a:off x="7178040" y="2724912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7178040" y="27249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909560" y="2596896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909560" y="292608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patient history, genetics, real-time data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949440" y="3703320"/>
            <a:ext cx="4663440" cy="1051560"/>
          </a:xfrm>
          <a:prstGeom prst="roundRect">
            <a:avLst>
              <a:gd name="adj" fmla="val 8696"/>
            </a:avLst>
          </a:prstGeom>
          <a:solidFill>
            <a:srgbClr val="F4FAF9"/>
          </a:solidFill>
          <a:ln/>
        </p:spPr>
      </p:sp>
      <p:sp>
        <p:nvSpPr>
          <p:cNvPr id="15" name="Shape 13"/>
          <p:cNvSpPr/>
          <p:nvPr/>
        </p:nvSpPr>
        <p:spPr>
          <a:xfrm>
            <a:off x="7178040" y="3959352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7178040" y="395935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909560" y="3831336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909560" y="416052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knowledge to new clinical situations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Benefits for Patient Care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520440" cy="448056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3A3E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78308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830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22960" y="2743200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Improving Diagnostics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3429000"/>
            <a:ext cx="29718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3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Analyzes patient history, genetics, and real-time metrics for earlier, more accurate detection.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43400" y="1417320"/>
            <a:ext cx="3520440" cy="448056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3A3E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78308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17830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617720" y="2743200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Personalized Medicine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617720" y="3429000"/>
            <a:ext cx="29718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3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individual treatment response to tailor interventions and reduce side effects.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138160" y="1417320"/>
            <a:ext cx="3520440" cy="448056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3A3E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458200" y="178308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8458200" y="17830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412480" y="2743200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Enhancing Patient Care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412480" y="3429000"/>
            <a:ext cx="29718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3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continuous monitoring via wearables and smart systems for timely intervention.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&amp; Emerging Applications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 integration in healthcare is still early-stage, but promising uses are emerging: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0424160" cy="1325880"/>
          </a:xfrm>
          <a:prstGeom prst="roundRect">
            <a:avLst>
              <a:gd name="adj" fmla="val 6897"/>
            </a:avLst>
          </a:prstGeom>
          <a:solidFill>
            <a:srgbClr val="F4FAF9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148840"/>
            <a:ext cx="685800" cy="6858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488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920240" y="1993392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Drug Discovery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937760" y="1993392"/>
            <a:ext cx="5852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3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Accelerates development by analyzing complex biological data and predicting compound efficacy.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364992"/>
            <a:ext cx="10424160" cy="1325880"/>
          </a:xfrm>
          <a:prstGeom prst="roundRect">
            <a:avLst>
              <a:gd name="adj" fmla="val 6897"/>
            </a:avLst>
          </a:prstGeom>
          <a:solidFill>
            <a:srgbClr val="F4FAF9"/>
          </a:solidFill>
          <a:ln/>
        </p:spPr>
      </p:sp>
      <p:sp>
        <p:nvSpPr>
          <p:cNvPr id="10" name="Shape 8"/>
          <p:cNvSpPr/>
          <p:nvPr/>
        </p:nvSpPr>
        <p:spPr>
          <a:xfrm>
            <a:off x="868680" y="3685032"/>
            <a:ext cx="685800" cy="6858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685032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920240" y="3529584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Robotic Surgery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937760" y="3529584"/>
            <a:ext cx="5852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3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Enhances precision and outcomes through improved decision-making and real-time analysis.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901184"/>
            <a:ext cx="10424160" cy="1325880"/>
          </a:xfrm>
          <a:prstGeom prst="roundRect">
            <a:avLst>
              <a:gd name="adj" fmla="val 6897"/>
            </a:avLst>
          </a:prstGeom>
          <a:solidFill>
            <a:srgbClr val="F4FAF9"/>
          </a:solidFill>
          <a:ln/>
        </p:spPr>
      </p:sp>
      <p:sp>
        <p:nvSpPr>
          <p:cNvPr id="15" name="Shape 13"/>
          <p:cNvSpPr/>
          <p:nvPr/>
        </p:nvSpPr>
        <p:spPr>
          <a:xfrm>
            <a:off x="868680" y="5221224"/>
            <a:ext cx="685800" cy="6858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5221224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920240" y="5065776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Virtual Health Assistants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937760" y="5065776"/>
            <a:ext cx="5852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3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patients real-time medical advice and support, improving access to care.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&amp; Considerations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520440" cy="4206240"/>
          </a:xfrm>
          <a:prstGeom prst="roundRect">
            <a:avLst>
              <a:gd name="adj" fmla="val 3117"/>
            </a:avLst>
          </a:prstGeom>
          <a:solidFill>
            <a:srgbClr val="123B41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920240"/>
            <a:ext cx="731520" cy="7315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9202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22960" y="288036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Ethical Concerns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3520440"/>
            <a:ext cx="29718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9E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privacy, informed consent, and potential bias in decision-making.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43400" y="1554480"/>
            <a:ext cx="3520440" cy="4206240"/>
          </a:xfrm>
          <a:prstGeom prst="roundRect">
            <a:avLst>
              <a:gd name="adj" fmla="val 3117"/>
            </a:avLst>
          </a:prstGeom>
          <a:solidFill>
            <a:srgbClr val="123B41"/>
          </a:solidFill>
          <a:ln/>
        </p:spPr>
      </p:sp>
      <p:sp>
        <p:nvSpPr>
          <p:cNvPr id="9" name="Shape 7"/>
          <p:cNvSpPr/>
          <p:nvPr/>
        </p:nvSpPr>
        <p:spPr>
          <a:xfrm>
            <a:off x="4663440" y="1920240"/>
            <a:ext cx="731520" cy="7315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19202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617720" y="288036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Regulatory Hurdles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17720" y="3520440"/>
            <a:ext cx="29718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9E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guidelines are needed to ensure patient safety and build trust.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138160" y="1554480"/>
            <a:ext cx="3520440" cy="4206240"/>
          </a:xfrm>
          <a:prstGeom prst="roundRect">
            <a:avLst>
              <a:gd name="adj" fmla="val 3117"/>
            </a:avLst>
          </a:prstGeom>
          <a:solidFill>
            <a:srgbClr val="123B41"/>
          </a:solidFill>
          <a:ln/>
        </p:spPr>
      </p:sp>
      <p:sp>
        <p:nvSpPr>
          <p:cNvPr id="14" name="Shape 12"/>
          <p:cNvSpPr/>
          <p:nvPr/>
        </p:nvSpPr>
        <p:spPr>
          <a:xfrm>
            <a:off x="8458200" y="1920240"/>
            <a:ext cx="731520" cy="7315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8458200" y="19202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412480" y="288036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 Perception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412480" y="3520440"/>
            <a:ext cx="29718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9E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transparent communication about capabilities and limitations.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Proposal: Safeguards for AGI Deployment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apply AGI effectively while minimizing risk, stronger, human-centered precautions should extend beyond standard AI regulation.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659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17320" y="1920240"/>
            <a:ext cx="9326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 AGI Workload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228600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3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system load and operating conditions the way overwork is tracked for human clinicians.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20040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2004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17320" y="3154680"/>
            <a:ext cx="9326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in the Loop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17320" y="352044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3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human remains accountable for decisions and responsible for any errors AGI may make.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43484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4348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17320" y="4389120"/>
            <a:ext cx="9326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Extend Existing AI Governance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17320" y="475488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3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current "weak AI" regulations at a heightened, more rigorous scale for AGI systems.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572000"/>
            <a:ext cx="4572000" cy="45720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82880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Innovation Guided by Responsibility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2834640"/>
            <a:ext cx="89611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9E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 promises unprecedented gains in diagnostics, personalized medicine, and patient care. Realizing that potential requires human oversight, workload monitoring, and AI governance scaled to match AGI's heightened capability — keeping transparency and human well-being at the center.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62636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94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justthink.ai  |  bwhealthcareworld.com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2026-07-28T00:09:26Z</dcterms:created>
  <dcterms:modified xsi:type="dcterms:W3CDTF">2026-07-28T00:09:26Z</dcterms:modified>
</cp:coreProperties>
</file>