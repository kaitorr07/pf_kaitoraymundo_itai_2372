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2926080" cy="292608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THE MANUFACTURING INDUSTRY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 Study on Toyota Motor Corporation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Kaito Raymundo</a:t>
            </a:r>
            <a:pPr algn="l" indent="0" marL="0">
              <a:buNone/>
            </a:pPr>
            <a:r>
              <a:rPr lang="en-US" sz="1400" dirty="0">
                <a:solidFill>
                  <a:srgbClr val="9A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ITAI 2372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Industry Under Pressure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production cycles, globalized supply chains, and rising sustainability expectations define modern manufacturing.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74920" cy="1920240"/>
          </a:xfrm>
          <a:prstGeom prst="roundRect">
            <a:avLst>
              <a:gd name="adj" fmla="val 381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777240" cy="77724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6" name="Image 0" descr="/home/claude/pptx_proj/icons/qu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839" y="232371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3055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Control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83080" y="2532888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minor defects can trigger costly recalls, reputational harm, and safety concerns.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89320" y="1874520"/>
            <a:ext cx="5074920" cy="1920240"/>
          </a:xfrm>
          <a:prstGeom prst="roundRect">
            <a:avLst>
              <a:gd name="adj" fmla="val 381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2148840"/>
            <a:ext cx="777240" cy="77724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11" name="Image 1" descr="/home/claude/pptx_proj/icons/supp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519" y="232371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13055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Management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223760" y="2532888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across continents demands real-time responsiveness to disruption.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074920" cy="1920240"/>
          </a:xfrm>
          <a:prstGeom prst="roundRect">
            <a:avLst>
              <a:gd name="adj" fmla="val 381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389120"/>
            <a:ext cx="777240" cy="77724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16" name="Image 2" descr="/home/claude/pptx_proj/icons/energ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39" y="4563999"/>
            <a:ext cx="427482" cy="4274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37083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Consumption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783080" y="4773168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strategic issue as manufacturers cut costs and meet sustainability commitments.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989320" y="4114800"/>
            <a:ext cx="5074920" cy="1920240"/>
          </a:xfrm>
          <a:prstGeom prst="roundRect">
            <a:avLst>
              <a:gd name="adj" fmla="val 381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63640" y="4389120"/>
            <a:ext cx="777240" cy="77724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21" name="Image 3" descr="/home/claude/pptx_proj/icons/lab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519" y="4563999"/>
            <a:ext cx="427482" cy="4274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37083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 Efficiency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223760" y="4773168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human expertise with automation to protect safety and productivity.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Manufacturing  |  Toyota Case Study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 a Strategic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 deploys AI and robotics across multiple operational layers to address systemic challenges.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/home/claude/pptx_proj/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971" y="214541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47672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Robotic Automation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0" y="1947672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precision and consistency on production lines, limiting human error and accelerating throughput.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3063240"/>
            <a:ext cx="594360" cy="59436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1" name="Image 1" descr="/home/claude/pptx_proj/icons/qual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971" y="319697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999232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Visual Inspection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72000" y="2999232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Strengthens defect detection by identifying imperfections traditional methods often miss.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11480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/home/claude/pptx_proj/icons/suppl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971" y="424853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50792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Forecasting &amp; Inventory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572000" y="4050792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more accurate forecasting, optimized inventory levels, and faster response to disruptions.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02920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5166360"/>
            <a:ext cx="594360" cy="59436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21" name="Image 3" descr="/home/claude/pptx_proj/icons/energ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971" y="5300091"/>
            <a:ext cx="326898" cy="3268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102352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Management Systems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572000" y="5102352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consumption patterns and adjusts operations in real time to reduce waste.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Manufacturing  |  Toyota Case Study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 Impact at Toyota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Toyota's AI integration produced concrete, quantifiable results across three operational fronts.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3749040"/>
          </a:xfrm>
          <a:prstGeom prst="roundRect">
            <a:avLst>
              <a:gd name="adj" fmla="val 2400"/>
            </a:avLst>
          </a:prstGeom>
          <a:solidFill>
            <a:srgbClr val="24365C"/>
          </a:solidFill>
          <a:ln/>
        </p:spPr>
      </p:sp>
      <p:sp>
        <p:nvSpPr>
          <p:cNvPr id="5" name="Shape 3"/>
          <p:cNvSpPr/>
          <p:nvPr/>
        </p:nvSpPr>
        <p:spPr>
          <a:xfrm>
            <a:off x="1851660" y="2286000"/>
            <a:ext cx="822960" cy="82296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6" name="Image 0" descr="/home/claude/pptx_proj/icons/qu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6826" y="247116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33756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777240" y="42976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Reduction in Defects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75488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quality control significantly enhanced product reliability.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97680" y="1965960"/>
            <a:ext cx="3429000" cy="3749040"/>
          </a:xfrm>
          <a:prstGeom prst="roundRect">
            <a:avLst>
              <a:gd name="adj" fmla="val 2400"/>
            </a:avLst>
          </a:prstGeom>
          <a:solidFill>
            <a:srgbClr val="24365C"/>
          </a:solidFill>
          <a:ln/>
        </p:spPr>
      </p:sp>
      <p:sp>
        <p:nvSpPr>
          <p:cNvPr id="11" name="Shape 8"/>
          <p:cNvSpPr/>
          <p:nvPr/>
        </p:nvSpPr>
        <p:spPr>
          <a:xfrm>
            <a:off x="5600700" y="2286000"/>
            <a:ext cx="822960" cy="82296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2" name="Image 1" descr="/home/claude/pptx_proj/icons/supp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5866" y="2471166"/>
            <a:ext cx="452628" cy="4526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97680" y="333756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6000" dirty="0"/>
          </a:p>
        </p:txBody>
      </p:sp>
      <p:sp>
        <p:nvSpPr>
          <p:cNvPr id="14" name="Text 10"/>
          <p:cNvSpPr/>
          <p:nvPr/>
        </p:nvSpPr>
        <p:spPr>
          <a:xfrm>
            <a:off x="4526280" y="42976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Decrease in Inventory Costs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72000" y="475488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supply chain optimization delivered measurable financial impact.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46720" y="1965960"/>
            <a:ext cx="3429000" cy="3749040"/>
          </a:xfrm>
          <a:prstGeom prst="roundRect">
            <a:avLst>
              <a:gd name="adj" fmla="val 2400"/>
            </a:avLst>
          </a:prstGeom>
          <a:solidFill>
            <a:srgbClr val="24365C"/>
          </a:solidFill>
          <a:ln/>
        </p:spPr>
      </p:sp>
      <p:sp>
        <p:nvSpPr>
          <p:cNvPr id="17" name="Shape 13"/>
          <p:cNvSpPr/>
          <p:nvPr/>
        </p:nvSpPr>
        <p:spPr>
          <a:xfrm>
            <a:off x="9349740" y="2286000"/>
            <a:ext cx="822960" cy="82296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8" name="Image 2" descr="/home/claude/pptx_proj/icons/energ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4906" y="2471166"/>
            <a:ext cx="452628" cy="4526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46720" y="333756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6000" dirty="0"/>
          </a:p>
        </p:txBody>
      </p:sp>
      <p:sp>
        <p:nvSpPr>
          <p:cNvPr id="20" name="Text 15"/>
          <p:cNvSpPr/>
          <p:nvPr/>
        </p:nvSpPr>
        <p:spPr>
          <a:xfrm>
            <a:off x="8275320" y="42976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Reduction in Energy Use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321040" y="475488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advanced sustainability initiatives across operations.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Manufacturing  |  Toyota Case Study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Balancing Automation and Human Expertise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03520" cy="4709160"/>
          </a:xfrm>
          <a:prstGeom prst="roundRect">
            <a:avLst>
              <a:gd name="adj" fmla="val 1553"/>
            </a:avLst>
          </a:prstGeom>
          <a:solidFill>
            <a:srgbClr val="F4F6F9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91640"/>
            <a:ext cx="731520" cy="73152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5" name="Image 0" descr="/home/claude/pptx_proj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85623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69164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Reshapes the Workforce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not remove the need for human interference — it reshapes workforce roles.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transition from repetitive manual tasks to oversight, maintenance, and strategic decision-making.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requires investment in training and workforce development.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72200" y="137160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1B2A4A"/>
          </a:solidFill>
          <a:ln/>
        </p:spPr>
      </p:sp>
      <p:sp>
        <p:nvSpPr>
          <p:cNvPr id="9" name="Shape 6"/>
          <p:cNvSpPr/>
          <p:nvPr/>
        </p:nvSpPr>
        <p:spPr>
          <a:xfrm>
            <a:off x="6492240" y="1691640"/>
            <a:ext cx="731520" cy="73152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0" name="Image 1" descr="/home/claude/pptx_proj/icons/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85623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16916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Considerations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492240" y="260604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displacement concerns as automation expands.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transparent decision-making in AI-driven processes.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success depends on balancing innovation with responsible implementation.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Manufacturing  |  Toyota Case Study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to Weigh Alongside the Rewards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companies move toward AI-oriented production, they must confront the risks that accompany the gains.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2194560"/>
            <a:ext cx="822960" cy="82296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6" name="Image 0" descr="/home/claude/pptx_proj/icons/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2546" y="237972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00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Impact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65760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centers and large servers powering AI systems carry their own environmental cost.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87452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37860" y="2194560"/>
            <a:ext cx="822960" cy="82296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1" name="Image 1" descr="/home/claude/pptx_proj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026" y="2379726"/>
            <a:ext cx="452628" cy="4526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200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Displacement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65760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automation raises real concerns for manufacturing workers' livelihoods.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187452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78340" y="2194560"/>
            <a:ext cx="822960" cy="82296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6" name="Image 2" descr="/home/claude/pptx_proj/icons/indu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3506" y="2379726"/>
            <a:ext cx="452628" cy="4526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200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Sentiment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03920" y="365760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stakeholders hold negative attitudes toward AI adoption in general.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Toyota, like many manufacturers, must apply AI effectively while understanding the risks it introduces.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Manufacturing  |  Toyota Case Study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389120"/>
            <a:ext cx="4572000" cy="45720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914400" cy="91440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4" name="Image 0" descr="/home/claude/pptx_proj/icons/indus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8458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6400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More Intelligent, Adaptive, Resilient Future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77240" y="1965960"/>
            <a:ext cx="10607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redefining manufacturing by addressing long-standing operational challenges while enabling new levels of efficiency, quality, and sustainability.</a:t>
            </a:r>
            <a:endParaRPr lang="en-US" sz="16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Toyota's experience shows how strategic adoption of AI and robotics produces measurable improvements across production lines, supply chains, and energy systems.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to success: use AI not merely as an automation tool, but as a catalyst that strengthens human expertise and long-term competitiveness.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" y="5806440"/>
            <a:ext cx="10607040" cy="0"/>
          </a:xfrm>
          <a:prstGeom prst="line">
            <a:avLst/>
          </a:prstGeom>
          <a:noFill/>
          <a:ln w="12700">
            <a:solidFill>
              <a:srgbClr val="3B4E7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digitaldefynd.com — AI Use in Manufacturing: Case Studies (Toyota Motor Corporation)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Manufacturing  |  Toyota Case Study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2026-07-14T22:10:53Z</dcterms:created>
  <dcterms:modified xsi:type="dcterms:W3CDTF">2026-07-14T22:10:53Z</dcterms:modified>
</cp:coreProperties>
</file>